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89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5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0"/>
            <a:ext cx="73152" cy="5143500"/>
          </a:xfrm>
          <a:prstGeom prst="rect">
            <a:avLst/>
          </a:prstGeom>
          <a:solidFill>
            <a:srgbClr val="7A1C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B5305A">
              <a:alpha val="18000"/>
            </a:srgbClr>
          </a:solidFill>
          <a:ln w="6350">
            <a:solidFill>
              <a:srgbClr val="B530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B5305A">
              <a:alpha val="30000"/>
            </a:srgbClr>
          </a:solidFill>
          <a:ln w="6350">
            <a:solidFill>
              <a:srgbClr val="B5305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53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GLAMBOOK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64208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Salones de Belleza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64208" y="2578608"/>
            <a:ext cx="4114800" cy="2286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64208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citas. Gestionar clientas. Crecer con datos.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64208" y="41148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7A1C3A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64208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41148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7A1C3A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41148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7A1C3A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7488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N-Capas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39128" y="41148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7A1C3A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64208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Programación I · ITLA </a:t>
            </a:r>
            <a:r>
              <a:rPr lang="en-US" sz="90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18"/>
          </a:solidFill>
          <a:ln w="12700">
            <a:solidFill>
              <a:srgbClr val="1A10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¿Cuál es el problema?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91440" cy="146304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70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en papel o 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historial, sin recordatorios, sin control.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91440" cy="146304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143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170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Clientas sin registro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5727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quién viene más, cuánto gasta ni qué prefiere.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91440" cy="146304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sin lógica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2644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inconsistentes y sin trazabilidad.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697480"/>
            <a:ext cx="40233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2697480"/>
            <a:ext cx="91440" cy="146304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separación de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2644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mezclado: clientas, empleadas y servicios en una libreta.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salones de belleza dominicanos pierden clientes y dinero por falta de organización digital.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solución: GlamBook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2286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escritorio completo para salones de belleza,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en C# con arquitectura de 4 capas.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citas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conflictos de horario en tiempo real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Historial, correo validado, registro automático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2395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Empleadas y servicios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con especialidades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para novias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prueba, descuentos y desglose de precio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91840" y="3767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 stored procedures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18872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37673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9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interactivo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profesional con manejo de errores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A1C3A"/>
          </a:solidFill>
          <a:ln w="12700">
            <a:solidFill>
              <a:srgbClr val="7A1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N-Capas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00200" y="960120"/>
            <a:ext cx="5943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00200" y="9601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—  GlamBook_UI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00200" y="13441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interactivo · Program.cs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709928"/>
            <a:ext cx="0" cy="182880"/>
          </a:xfrm>
          <a:prstGeom prst="line">
            <a:avLst/>
          </a:prstGeom>
          <a:noFill/>
          <a:ln w="12700">
            <a:solidFill>
              <a:srgbClr val="6B5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3672" y="1764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B65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920240"/>
            <a:ext cx="5577840" cy="749808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19202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BLL  —  GlamBook_BLL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3042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· CitaBLL.cs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670048"/>
            <a:ext cx="0" cy="182880"/>
          </a:xfrm>
          <a:prstGeom prst="line">
            <a:avLst/>
          </a:prstGeom>
          <a:noFill/>
          <a:ln w="12700">
            <a:solidFill>
              <a:srgbClr val="6B5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33672" y="272491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B65"/>
                </a:solidFill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2880360"/>
            <a:ext cx="5212080" cy="749808"/>
          </a:xfrm>
          <a:prstGeom prst="rect">
            <a:avLst/>
          </a:prstGeom>
          <a:solidFill>
            <a:srgbClr val="1A8B7A"/>
          </a:solidFill>
          <a:ln w="12700">
            <a:solidFill>
              <a:srgbClr val="1A8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28803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 —  GlamBook_DAL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32644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· ClientaDAL · CitaDAL · EmpleadaDAL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3630168"/>
            <a:ext cx="0" cy="182880"/>
          </a:xfrm>
          <a:prstGeom prst="line">
            <a:avLst/>
          </a:prstGeom>
          <a:noFill/>
          <a:ln w="12700">
            <a:solidFill>
              <a:srgbClr val="6B5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3672" y="36850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B65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3840480"/>
            <a:ext cx="4846320" cy="749808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48840" y="3840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 —  GlamBook_Entities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42245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· Persona · ServicioBase · Cita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33672" y="440740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B65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4553712"/>
            <a:ext cx="2194560" cy="310896"/>
          </a:xfrm>
          <a:prstGeom prst="rect">
            <a:avLst/>
          </a:prstGeom>
          <a:solidFill>
            <a:srgbClr val="2C4A2C"/>
          </a:solidFill>
          <a:ln w="6350">
            <a:solidFill>
              <a:srgbClr val="4A8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0" y="45537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GlamBookDB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depende solo de la capa inmediatamente inferior — cero acoplamiento cruzado.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18"/>
          </a:solidFill>
          <a:ln w="12700">
            <a:solidFill>
              <a:srgbClr val="1A10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 en acción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438912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Herencia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0817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→ Clienta / Empleada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75564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ServicioBase → ServicioMaquillaje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ServicioBase → ServicioNovias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651760" cy="438912"/>
          </a:xfrm>
          <a:prstGeom prst="rect">
            <a:avLst/>
          </a:prstGeom>
          <a:solidFill>
            <a:srgbClr val="1A8B7A"/>
          </a:solidFill>
          <a:ln w="12700">
            <a:solidFill>
              <a:srgbClr val="1A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Abstracción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6432" y="140817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y ServicioBase son abstractas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175564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pueden instanciar directamente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21031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abstractos: ObtenerInfo(), Calcular()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5176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9144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Polimorfismo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140817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List&lt;ServicioBase&gt; acepta cualquier tipo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75564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Calcular() actúa diferente según el objeto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1031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ToString() polimórfico en toda la jerarquía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651760" cy="438912"/>
          </a:xfrm>
          <a:prstGeom prst="rect">
            <a:avLst/>
          </a:prstGeom>
          <a:solidFill>
            <a:srgbClr val="7A3A00"/>
          </a:solidFill>
          <a:ln w="12700">
            <a:solidFill>
              <a:srgbClr val="7A3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Sobrecarga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3284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ServicioNovias.Calcular()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367588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ServicioNovias.Calcular(decimal descuento)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402336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nombre — diferente firma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83464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91840" y="2834640"/>
            <a:ext cx="2651760" cy="438912"/>
          </a:xfrm>
          <a:prstGeom prst="rect">
            <a:avLst/>
          </a:prstGeom>
          <a:solidFill>
            <a:srgbClr val="4A1A4A"/>
          </a:solidFill>
          <a:ln w="12700">
            <a:solidFill>
              <a:srgbClr val="4A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28346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Encapsulamiento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33284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set en Estado y FechaHora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56432" y="367588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validados en Persona y ServicioBase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56432" y="402336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null! para eliminar warnings CS8618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GlamBook en acción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2286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291840"/>
          </a:xfrm>
          <a:prstGeom prst="rect">
            <a:avLst/>
          </a:prstGeom>
          <a:solidFill>
            <a:srgbClr val="0D0A0E"/>
          </a:solidFill>
          <a:ln w="10160">
            <a:solidFill>
              <a:srgbClr val="B530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╔══════════════════════════════╗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║      G L A M B O O K         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367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╚══════════════════════════════╝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83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Gestión de Clientas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Gestión de Empleadas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Gestión de Citas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Demo POO y Sobrecarga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 Salir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Opción: _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0D0A0E"/>
          </a:solidFill>
          <a:ln w="10160">
            <a:solidFill>
              <a:srgbClr val="1A8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8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— Ejemplo de cita agendada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840480" cy="22860"/>
          </a:xfrm>
          <a:prstGeom prst="rect">
            <a:avLst/>
          </a:prstGeom>
          <a:solidFill>
            <a:srgbClr val="1A8B7A"/>
          </a:solidFill>
          <a:ln w="12700">
            <a:solidFill>
              <a:srgbClr val="1A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4630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Cita agendada: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70992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[Cita #1] Ana Perez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95681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Maquillaje Social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20370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22/04/2025 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45059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Estado: Pendiente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RD$ 2,000.00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9443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1912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Conflicto detectado: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4381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 existe una cita en ese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36850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horario. Elige otra hora.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interactivo completo con try/catch tipados y feedback visual en cada operación.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5305A"/>
          </a:solidFill>
          <a:ln w="1270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914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 / .NET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8074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principal. Tipos nullables, records, pattern matching.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91440" cy="822960"/>
          </a:xfrm>
          <a:prstGeom prst="rect">
            <a:avLst/>
          </a:prstGeom>
          <a:solidFill>
            <a:srgbClr val="1A8B7A"/>
          </a:solidFill>
          <a:ln w="12700">
            <a:solidFill>
              <a:srgbClr val="1A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4767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0208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Express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6829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datos. Stored procedures para todas las operaciones CRUD.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91440" cy="822960"/>
          </a:xfrm>
          <a:prstGeom prst="rect">
            <a:avLst/>
          </a:prstGeom>
          <a:solidFill>
            <a:srgbClr val="7A1C3A"/>
          </a:solidFill>
          <a:ln w="12700">
            <a:solidFill>
              <a:srgbClr val="7A1C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3522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008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Microsoft.Data.SqlClient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355848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oficial de conexión ADO.NET para .NET moderno.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91440" cy="822960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92277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9959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N-Capas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4340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/ BLL / DAL / UI — 4 proyectos independientes.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18"/>
          </a:solidFill>
          <a:ln w="12700">
            <a:solidFill>
              <a:srgbClr val="1A10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B5305A">
              <a:alpha val="12000"/>
            </a:srgbClr>
          </a:solidFill>
          <a:ln w="3810">
            <a:solidFill>
              <a:srgbClr val="B5305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B5305A">
              <a:alpha val="18000"/>
            </a:srgbClr>
          </a:solidFill>
          <a:ln w="3810">
            <a:solidFill>
              <a:srgbClr val="B530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53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GlamBook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paso para digitalizar tu salón.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1737360" cy="128016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3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arquitectónicas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468880"/>
            <a:ext cx="1737360" cy="128016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3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POO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1737360" cy="128016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3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DALs con CRUD completo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2468880"/>
            <a:ext cx="1737360" cy="1280160"/>
          </a:xfrm>
          <a:prstGeom prst="rect">
            <a:avLst/>
          </a:prstGeom>
          <a:solidFill>
            <a:srgbClr val="251828"/>
          </a:solidFill>
          <a:ln w="6350">
            <a:solidFill>
              <a:srgbClr val="B53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3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/ warnings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· ITLA 2025-0993 · Programación 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Microsoft Office PowerPoint</Application>
  <PresentationFormat>On-screen Show (16:9)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GlamBook — Sistema de Gestión para Salones</dc:title>
  <dc:subject>PptxGenJS Presentation</dc:subject>
  <dc:creator>PptxGenJS</dc:creator>
  <cp:lastModifiedBy>Gabriela RC</cp:lastModifiedBy>
  <cp:revision>2</cp:revision>
  <dcterms:created xsi:type="dcterms:W3CDTF">2026-04-22T18:36:47Z</dcterms:created>
  <dcterms:modified xsi:type="dcterms:W3CDTF">2026-04-22T18:46:40Z</dcterms:modified>
</cp:coreProperties>
</file>