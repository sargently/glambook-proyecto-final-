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B1A20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0" y="548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07A8A"/>
                </a:solidFill>
              </a:rPr>
              <a:t>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766560" y="1005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</a:rPr>
              <a:t>GLAM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0" y="1600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600" kern="0" dirty="0">
                <a:solidFill>
                  <a:srgbClr val="C07A8A"/>
                </a:solidFill>
              </a:rPr>
              <a:t>BOOK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67512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E8E8"/>
                </a:solidFill>
              </a:rPr>
              <a:t>Sistema de Gestión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2E8E8"/>
                </a:solidFill>
              </a:rPr>
              <a:t>para Salón de Belleza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Digitaliza tu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Salón.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2E8E8"/>
                </a:solidFill>
              </a:rPr>
              <a:t>El cuaderno físico tiene los días contados.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926080" cy="54864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290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2E8E8"/>
                </a:solidFill>
              </a:rPr>
              <a:t>Programación I  ·  Gabriela Ramírez – 2025-0993  · 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1554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</a:rPr>
              <a:t>Cuadernos físicos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0"/>
                </a:solidFill>
              </a:rPr>
              <a:t>Pérdida de datos, letra ilegible, información sin respaldo.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97280"/>
            <a:ext cx="109728" cy="1554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</a:rPr>
              <a:t>Sin control de citas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0" y="1600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0"/>
                </a:solidFill>
              </a:rPr>
              <a:t>Doble agendamiento, olvidos y conflictos de horario constantes.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109728" cy="1554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</a:rPr>
              <a:t>Precios sin registro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429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0"/>
                </a:solidFill>
              </a:rPr>
              <a:t>No hay historial de pagos, descuentos o servicios por clienta.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926080"/>
            <a:ext cx="109728" cy="1554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0644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</a:rPr>
              <a:t>Clientas sin perfil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3429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0"/>
                </a:solidFill>
              </a:rPr>
              <a:t>No se guarda correo ni teléfono de forma organizada.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 Solución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E8E8"/>
                </a:solidFill>
              </a:rPr>
              <a:t>GlamBook centraliza todo lo que el salón necesita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2E8E8"/>
                </a:solidFill>
              </a:rPr>
              <a:t>en una sola aplicación conectada a base de datos.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✦  Registro de clientas con validación de correo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1671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8E8"/>
                </a:solidFill>
              </a:rPr>
              <a:t>✦  Catálogo de servicios con precios y duración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426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✦  Agenda de citas sin conflictos de horario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8E8"/>
                </a:solidFill>
              </a:rPr>
              <a:t>✦  Historial por clienta, ordenado automáticamente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593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✦  Gestión de maquillistas y especialidades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8E8"/>
                </a:solidFill>
              </a:rPr>
              <a:t>✦  Persistencia en SQL Server con stored procedures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"/>
            <a:ext cx="3383280" cy="457200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457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GlamBook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2468880" cy="36576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280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577840" y="1719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E8E8"/>
                </a:solidFill>
              </a:rPr>
              <a:t>capas de arquitectura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9+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577840" y="2633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E8E8"/>
                </a:solidFill>
              </a:rPr>
              <a:t>clases implementadas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57784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E8E8"/>
                </a:solidFill>
              </a:rPr>
              <a:t>requerimientos cumplidos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4023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77840" y="4462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E8E8"/>
                </a:solidFill>
              </a:rPr>
              <a:t>errores de compilación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Arquitectura N-Capas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01168" cy="8229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1874520"/>
            <a:ext cx="182880" cy="16459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15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</a:rPr>
              <a:t>GlamBook_UI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A20"/>
                </a:solidFill>
              </a:rPr>
              <a:t>Presentación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2161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0"/>
                </a:solidFill>
              </a:rPr>
              <a:t>Program.cs · Menú interactivo en consola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39112"/>
            <a:ext cx="201168" cy="82296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862072"/>
            <a:ext cx="182880" cy="16459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</a:rPr>
              <a:t>GlamBook_BLL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A20"/>
                </a:solidFill>
              </a:rPr>
              <a:t>Lógica de Negocio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2037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0"/>
                </a:solidFill>
              </a:rPr>
              <a:t>CitaBLL · Validaciones · Reglas del sistema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26664"/>
            <a:ext cx="201168" cy="822960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3849624"/>
            <a:ext cx="182880" cy="164592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8A"/>
                </a:solidFill>
              </a:rPr>
              <a:t>GlamBook_DAL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438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A20"/>
                </a:solidFill>
              </a:rPr>
              <a:t>Acceso a Datos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1912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0"/>
                </a:solidFill>
              </a:rPr>
              <a:t>ClientaDAL · EmpleadaDAL · CitaDAL · SQL Server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14216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14216"/>
            <a:ext cx="201168" cy="822960"/>
          </a:xfrm>
          <a:prstGeom prst="rect">
            <a:avLst/>
          </a:prstGeom>
          <a:solidFill>
            <a:srgbClr val="2B1A2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78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A20"/>
                </a:solidFill>
              </a:rPr>
              <a:t>GlamBook_Entities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425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A20"/>
                </a:solidFill>
              </a:rPr>
              <a:t>Entidades / Modelos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41788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0"/>
                </a:solidFill>
              </a:rPr>
              <a:t>Persona · Clienta · Empleada · Cita · ServicioBase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1A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Conceptos de POO en GlamBook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9F3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247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🏛️  Clases Abstractas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459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→ Clienta, Empleada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ServicioBase → Maquillaje, Novias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743200" cy="1828800"/>
          </a:xfrm>
          <a:prstGeom prst="rect">
            <a:avLst/>
          </a:prstGeom>
          <a:solidFill>
            <a:srgbClr val="F9F3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051560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3374136" y="11247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Herencia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4136" y="16459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Clienta : Persona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ServicioNovias : ServicioBase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1051560"/>
            <a:ext cx="2743200" cy="1828800"/>
          </a:xfrm>
          <a:prstGeom prst="rect">
            <a:avLst/>
          </a:prstGeom>
          <a:solidFill>
            <a:srgbClr val="F9F3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051560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1247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Polimorfismo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8504" y="16459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List&lt;ServicioBase&gt; con objetos mixtos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Calcular() ejecuta versión correcta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44952"/>
            <a:ext cx="2743200" cy="1828800"/>
          </a:xfrm>
          <a:prstGeom prst="rect">
            <a:avLst/>
          </a:prstGeom>
          <a:solidFill>
            <a:srgbClr val="F9F3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44952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31181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Sobrecarga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63931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Calcular()          → precio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Calcular(decimal) → con descuento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3044952"/>
            <a:ext cx="2743200" cy="1828800"/>
          </a:xfrm>
          <a:prstGeom prst="rect">
            <a:avLst/>
          </a:prstGeom>
          <a:solidFill>
            <a:srgbClr val="F9F3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3044952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374136" y="31181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Encapsulamiento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74136" y="363931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{ private set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FechaHora { private set 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3044952"/>
            <a:ext cx="2743200" cy="1828800"/>
          </a:xfrm>
          <a:prstGeom prst="rect">
            <a:avLst/>
          </a:prstGeom>
          <a:solidFill>
            <a:srgbClr val="F9F3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3044952"/>
            <a:ext cx="274320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6318504" y="31181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🏗️  Constructores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18504" y="363931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Clienta(nuevo)  → DateTime.Now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Clienta(desdeBD) → ID + fecha BD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Diagrama de Clases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960120"/>
            <a:ext cx="2743200" cy="105156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987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</a:rPr>
              <a:t>«abstract» Persona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307592"/>
            <a:ext cx="2743200" cy="27432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3441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 Apellido, Telefono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ObtenerInfo() abstract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2011680"/>
            <a:ext cx="0" cy="320040"/>
          </a:xfrm>
          <a:prstGeom prst="line">
            <a:avLst/>
          </a:prstGeom>
          <a:noFill/>
          <a:ln w="19050">
            <a:solidFill>
              <a:srgbClr val="C07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2011680"/>
            <a:ext cx="0" cy="320040"/>
          </a:xfrm>
          <a:prstGeom prst="line">
            <a:avLst/>
          </a:prstGeom>
          <a:noFill/>
          <a:ln w="19050">
            <a:solidFill>
              <a:srgbClr val="C0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2743200" cy="1005840"/>
          </a:xfrm>
          <a:prstGeom prst="rect">
            <a:avLst/>
          </a:prstGeom>
          <a:solidFill>
            <a:srgbClr val="A267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79192"/>
            <a:ext cx="2743200" cy="27432"/>
          </a:xfrm>
          <a:prstGeom prst="rect">
            <a:avLst/>
          </a:prstGeom>
          <a:solidFill>
            <a:srgbClr val="F9F3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157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ClientaID, Correo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FechaRegistro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2331720"/>
            <a:ext cx="2743200" cy="1005840"/>
          </a:xfrm>
          <a:prstGeom prst="rect">
            <a:avLst/>
          </a:prstGeom>
          <a:solidFill>
            <a:srgbClr val="A267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Empleada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679192"/>
            <a:ext cx="2743200" cy="27432"/>
          </a:xfrm>
          <a:prstGeom prst="rect">
            <a:avLst/>
          </a:prstGeom>
          <a:solidFill>
            <a:srgbClr val="F9F3F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7157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EmpleadaID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Especialidad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3520440"/>
            <a:ext cx="2743200" cy="10058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547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</a:rPr>
              <a:t>«abstract» ServicioBase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867912"/>
            <a:ext cx="2743200" cy="27432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904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Precio, Duración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Calcular() abstract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331720"/>
            <a:ext cx="2743200" cy="1005840"/>
          </a:xfrm>
          <a:prstGeom prst="rect">
            <a:avLst/>
          </a:prstGeom>
          <a:solidFill>
            <a:srgbClr val="C07A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679192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7157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CitaID, FechaHora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Estado, Notas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2E8E8"/>
                </a:solidFill>
              </a:rPr>
              <a:t>Herencia ──→   Asociación ···→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Base de Datos – GlamBookDB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</a:rPr>
              <a:t>Campos: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ClientaID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 Apellido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Telefono, Correo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FechaRegistro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2377440" cy="27432"/>
          </a:xfrm>
          <a:prstGeom prst="rect">
            <a:avLst/>
          </a:prstGeom>
          <a:solidFill>
            <a:srgbClr val="F2E8E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</a:rPr>
              <a:t>Stored Procedures: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sp_ObtenerClientas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sp_InsertarClienta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sp_ActualizarClienta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sp_EliminarClienta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1051560"/>
            <a:ext cx="26517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051560"/>
            <a:ext cx="265176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Empleadas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</a:rPr>
              <a:t>Campos: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3008" y="1874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EmpleadaID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 Apellido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Especialidad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93008" y="3154680"/>
            <a:ext cx="2377440" cy="27432"/>
          </a:xfrm>
          <a:prstGeom prst="rect">
            <a:avLst/>
          </a:prstGeom>
          <a:solidFill>
            <a:srgbClr val="F2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3493008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</a:rPr>
              <a:t>Stored Procedures: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3008" y="3520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sp_ObtenerEmpleadas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sp_InsertarEmpleada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sp_ActualizarEmpleada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sp_EliminarEmpleada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54496" y="1051560"/>
            <a:ext cx="26517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1051560"/>
            <a:ext cx="265176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6345936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Citas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91656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</a:rPr>
              <a:t>Campos: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91656" y="1874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ClientaID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FechaHora, Estado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91656" y="3154680"/>
            <a:ext cx="2377440" cy="27432"/>
          </a:xfrm>
          <a:prstGeom prst="rect">
            <a:avLst/>
          </a:prstGeom>
          <a:solidFill>
            <a:srgbClr val="F2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656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</a:rPr>
              <a:t>Stored Procedures: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91656" y="3520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sp_InsertarCita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sp_ActualizarEstadoCita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sp_ActualizarFechaCita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sp_EliminarCita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 en Consola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2D2D3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078992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078992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078992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24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CC"/>
                </a:solidFill>
              </a:rPr>
              <a:t>GlamBook – Consola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╔══════════════════════════════╗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82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    G L A M B O O K         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╚══════════════════════════════╝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67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Gestión de Clientas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52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Gestión de Empleadas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1455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Gestión de Citas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4381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Demo – Polimorfismo y Sobrecarga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307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 Salir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3159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Selecciona una opción: _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B1A20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0" y="457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</a:rPr>
              <a:t>GlamBook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0" y="1143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7A8A"/>
                </a:solidFill>
              </a:rPr>
              <a:t>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E8E8"/>
                </a:solidFill>
              </a:rPr>
              <a:t>Sistema de Gestión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2E8E8"/>
                </a:solidFill>
              </a:rPr>
              <a:t>para Salón de Belleza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Gabriela Ramírez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7A8A"/>
                </a:solidFill>
              </a:rPr>
              <a:t>2025-0993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35387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2E8E8"/>
                </a:solidFill>
              </a:rPr>
              <a:t>Programación I · Abril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¿Por qué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GlamBook?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560320" cy="45720"/>
          </a:xfrm>
          <a:prstGeom prst="rect">
            <a:avLst/>
          </a:prstGeom>
          <a:solidFill>
            <a:srgbClr val="C07A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→  Resuelve un problema real en salones dominicanos.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→  Arquitectura profesional de 4 capas independientes.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→  Aplica todos los pilares de POO con ejemplos concretos.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→  Base de datos con stored procedures — no SQL embebido.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3159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→  Extensible: nuevo servicio = nueva clase, sin tocar el resto.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GlamBook - Sistema de Gestión para Salón de Belleza</dc:title>
  <dc:subject>PptxGenJS Presentation</dc:subject>
  <dc:creator>Gabriela Ramirez</dc:creator>
  <cp:lastModifiedBy>Gabriela Ramirez</cp:lastModifiedBy>
  <cp:revision>1</cp:revision>
  <dcterms:created xsi:type="dcterms:W3CDTF">2026-04-22T12:57:58Z</dcterms:created>
  <dcterms:modified xsi:type="dcterms:W3CDTF">2026-04-22T12:57:58Z</dcterms:modified>
</cp:coreProperties>
</file>